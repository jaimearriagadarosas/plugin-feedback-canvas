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Arquitectura de Microservicios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Evolución y Desafíos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Sección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evolución de las arquitecturas de software ha estado marcada por la necesidad de construir sistemas más escalables, mantenibles y robustos. En sus inicios, las aplicaciones monolíticas dominaban el panorama, ofreciendo una simplicidad inicial en s...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Sección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Como respuesta a estos desafíos, surgieron arquitecturas orientadas a servicios (SOA) y, más recientemente, la arquitectura de microservicios. Este último paradigma propone la descomposición de la aplicación en un conjunto de servicios pequeños, autó...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Sección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Además, la adopción de patrones de diseño específicos para microservicios, como Circuit Breaker, API Gateway y Event Sourcing, ha sido fundamental para abordar problemas inherentes a los sistemas distribuidos, tales como la latencia de red, la tolera...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El uso de patrones mejora la resiliencia.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